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NexSight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9CD3FF"/>
                </a:solidFill>
              </a:rPr>
              <a:t>Manufacturing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C8D8E8"/>
                </a:solidFill>
              </a:rPr>
              <a:t>Microsoft Build AI Hackathon 2025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C8D8E8"/>
                </a:solidFill>
              </a:rPr>
              <a:t>Theme: AI Meets Data — From Noise to Insight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C8D8E8"/>
                </a:solidFill>
              </a:rPr>
              <a:t>Repository: github.com/KavinKumar-A/NexSight_AI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Manufacturing lines generate a flood of noisy telemetry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Thousands of sensor readings per hour across temperature, vibration, humidity, speed and power — most of it never analysed.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Defects are expensive and discovered too late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PCB faults (opens, shorts, mousebites...) slip through manual inspection; root causes stay hidden in the data.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Insight is buried under raw numbers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Operators see dashboards of metrics, not answers. Quality patterns, failure risks and corrective actions go unnoticed.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Goal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Turn raw, noisy shop-floor data into clear, explainable, actionable manufacturing intelligence.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Our Solution — NexSight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One platform, noise to insight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Ingests sensor telemetry + real PCB inspection imagery and surfaces what actually matters.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Discovers hidden patterns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Statistical correlation mining across shifts, machines and product lines (validated p&lt;0.01).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Explains root causes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Feature-importance / SHAP decomposition of every quality driver.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Predicts and prevents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XGBoost forecasts defects, yield and machine-failure risk before they happen.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Sees defects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Computer-vision PCB defect detection with Grad-CAM visual explanations.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Acts in real time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Live WebSocket sensor stream + SSE alerts + an AI assistant for natural-language Q&amp;A.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Theme Alignment — From Noise to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NOISE  →  raw inputs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10,000 synthetic telemetry records + 1,500 real DeepPCB image pairs (10,013 annotations).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SIGNAL  →  AI engines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Pattern discovery, anomaly detection, root-cause, prediction and computer vision.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INSIGHT  →  outputs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Health score, ranked recommendations, failure forecasts and live alerts.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ACTION  →  decisions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Prioritised, ROI-ranked corrective actions an operator can execute today.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Real-time streaming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WebSocket sensor feed + Server-Sent-Event alert stream.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Pattern discovery engine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Surfaces 7+ hidden quality correlations automatically.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Root-cause intelligence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SHAP / permutation-importance explainability.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Predictive analytics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XGBoost models for defect, yield and failure risk.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Computer-vision inspection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DeepPCB defect detection + Grad-CAM heatmaps.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Health score + anomaly detection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Composite KPI and Isolation-Forest anomaly flags.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AI recommendations + assistant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Ranked actions and natural-language data Q&amp;A.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Architecture &amp;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Backend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FastAPI (Python 3.12) — single service exposing REST, WebSocket and SSE.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Machine learning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scikit-learn, XGBoost, LightGBM; SHAP for explainability.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Computer vision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OpenCV + Pillow with Grad-CAM; works with or without PyTorch.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Frontend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Zero-build vanilla JS + Plotly.js + Canvas API single-page dashboard.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Data layer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Synthetic telemetry generator + real DeepPCB dataset + cached analytics.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Delivery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`pip install -r requirements.txt` then `python run.py` — one command to run.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AI / ML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Pattern discovery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Correlation + statistical testing reveals shift / machine / environment effects.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Root cause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Model feature importance and SHAP attribute defects to concrete drivers.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Prediction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XGBoost regression/classification forecasts yield and failure risk (R² ~0.87).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Computer vision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Defect localisation from DeepPCB annotations; Grad-CAM shows model focus.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Anomaly detection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Isolation Forest + domain thresholds flag excursions in real time.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Explainability first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Every insight ships with a confidence score and the 'why' behind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Data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Real data — DeepPCB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1,500 PCB image pairs, 10,013 defect annotations across 6 defect classes.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Synthetic data — engineered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10,000 telemetry records with deliberately embedded quality patterns.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Why both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Real data grounds the CV; synthetic data lets us prove pattern-discovery works.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Live data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Each session adds streaming WebSocket readings, mixed into the metrics.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Reproducible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Data and trained models are committed; caches pre-warm on startup.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Impact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1,535 defects detected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Across 200 PCB inspection images with full type + severity breakdown.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7 hidden patterns surfaced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Validated with p&lt;0.01 statistical significance.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Failure risk forecasting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Flags high-risk machines 48-72 hours ahead for preventive action.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Quantified savings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Recommendation engine projects measurable yield gain and cost reduction.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Sub-2s alerts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Threshold breaches surface in real time over WebSocket / SSE.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Executive dashboard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Health score, KPIs and live machine status at a glance.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Defect intelligence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CV results, severity breakdown and defect encyclopedia.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Patterns &amp; predictions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Discovered correlations and forecast charts.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AI assistant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Ask questions in plain English and get explained answers.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How to run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pip install -r requirements.txt  →  python run.py  →  http://localhost:8000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Train the CNN end-to-end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Replace annotation-driven CV with a trained PCBDefectNet + full Grad-CAM.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Azure integration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Deploy on Azure App Service; wire Azure OpenAI into the assistant.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Streaming ingestion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Connect real PLC / IoT Hub sensor feeds in place of the simulator.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3255"/>
                </a:solidFill>
              </a:rPr>
              <a:t>▸  Automated actioning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606060"/>
                </a:solidFill>
              </a:rPr>
              <a:t>      Push recommendations directly to maintenance / work-order systems.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9CD3FF"/>
                </a:solidFill>
              </a:rPr>
              <a:t>NexSight AI — From Noise to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C8D8E8"/>
                </a:solidFill>
              </a:rPr>
              <a:t>Repository: github.com/KavinKumar-A/NexSight_AI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C8D8E8"/>
                </a:solidFill>
              </a:rPr>
              <a:t>Microsoft Build AI Hackathon 2025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C8D8E8"/>
                </a:solidFill>
              </a:rPr>
              <a:t>Theme: AI Meets Data — From Noise to Insight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